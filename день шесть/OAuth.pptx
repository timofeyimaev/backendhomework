
<file path=[Content_Types].xml><?xml version="1.0" encoding="utf-8"?>
<Types xmlns="http://schemas.openxmlformats.org/package/2006/content-types">
  <Default ContentType="image/png" Extension="png"/>
  <Default ContentType="application/xml" Extension="xml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</Types>
</file>

<file path=_rels/.rels><?xml version="1.0" encoding="UTF-8" standalone="no" ?>
<Relationships xmlns="http://schemas.openxmlformats.org/package/2006/relationships">
  <Relationship Id="rId1" Target="ppt/presentation.xml" Type="http://schemas.openxmlformats.org/officeDocument/2006/relationships/officeDocument"/>
  <Relationship Id="rId2" Target="docProps/app.xml" Type="http://schemas.openxmlformats.org/officeDocument/2006/relationships/extended-properties"/>
  <Relationship Id="rId3" Target="docProps/core.xml" Type="http://schemas.openxmlformats.org/package/2006/relationships/metadata/core-properties"/>
</Relationships>

</file>

<file path=ppt/presentation.xml><?xml version="1.0" encoding="utf-8"?>
<p:presentation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5" cy="5143683"/>
  <p:notesSz cx="5143683" cy="9144005"/>
  <p:defaultTextStyle>
    <a:defPPr/>
    <a:lvl1pPr lvl="0" marL="0">
      <a:defRPr sz="1600">
        <a:latin typeface="+mn-lt"/>
        <a:ea typeface="+mn-ea"/>
        <a:cs typeface="+mn-cs"/>
      </a:defRPr>
    </a:lvl1pPr>
    <a:lvl2pPr lvl="1" marL="457200">
      <a:defRPr sz="1600">
        <a:latin typeface="+mn-lt"/>
        <a:ea typeface="+mn-ea"/>
        <a:cs typeface="+mn-cs"/>
      </a:defRPr>
    </a:lvl2pPr>
    <a:lvl3pPr lvl="2" marL="914400">
      <a:defRPr sz="1600">
        <a:latin typeface="+mn-lt"/>
        <a:ea typeface="+mn-ea"/>
        <a:cs typeface="+mn-cs"/>
      </a:defRPr>
    </a:lvl3pPr>
    <a:lvl4pPr lvl="3" marL="1371600">
      <a:defRPr sz="1600">
        <a:latin typeface="+mn-lt"/>
        <a:ea typeface="+mn-ea"/>
        <a:cs typeface="+mn-cs"/>
      </a:defRPr>
    </a:lvl4pPr>
    <a:lvl5pPr lvl="4" marL="1828800">
      <a:defRPr sz="1600">
        <a:latin typeface="+mn-lt"/>
        <a:ea typeface="+mn-ea"/>
        <a:cs typeface="+mn-cs"/>
      </a:defRPr>
    </a:lvl5pPr>
    <a:lvl6pPr lvl="5" marL="2286000">
      <a:defRPr sz="1600">
        <a:latin typeface="+mn-lt"/>
        <a:ea typeface="+mn-ea"/>
        <a:cs typeface="+mn-cs"/>
      </a:defRPr>
    </a:lvl6pPr>
    <a:lvl7pPr lvl="6" marL="2743200">
      <a:defRPr sz="1600">
        <a:latin typeface="+mn-lt"/>
        <a:ea typeface="+mn-ea"/>
        <a:cs typeface="+mn-cs"/>
      </a:defRPr>
    </a:lvl7pPr>
    <a:lvl8pPr lvl="7" marL="3200400">
      <a:defRPr sz="1600">
        <a:latin typeface="+mn-lt"/>
        <a:ea typeface="+mn-ea"/>
        <a:cs typeface="+mn-cs"/>
      </a:defRPr>
    </a:lvl8pPr>
    <a:lvl9pPr lvl="8" marL="3657600">
      <a:defRPr sz="1600">
        <a:latin typeface="+mn-lt"/>
        <a:ea typeface="+mn-ea"/>
        <a:cs typeface="+mn-cs"/>
      </a:defRPr>
    </a:lvl9pPr>
  </p:defaultTextStyle>
</p:presentation>
</file>

<file path=ppt/tableStyles.xml><?xml version="1.0" encoding="utf-8"?>
<a:tblStyleLs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def="{5C22544A-7EE6-4342-B048-85BDC9FD1C3A}"/>
</file>

<file path=ppt/_rels/presentation.xml.rels><?xml version="1.0" encoding="UTF-8" standalone="no" ?>
<Relationships xmlns="http://schemas.openxmlformats.org/package/2006/relationships">
  <Relationship Id="rId6" Target="slides/slide4.xml" Type="http://schemas.openxmlformats.org/officeDocument/2006/relationships/slide"/>
  <Relationship Id="rId1" Target="theme/theme1.xml" Type="http://schemas.openxmlformats.org/officeDocument/2006/relationships/theme"/>
  <Relationship Id="rId10" Target="tableStyles.xml" Type="http://schemas.openxmlformats.org/officeDocument/2006/relationships/tableStyles"/>
  <Relationship Id="rId2" Target="slideMasters/slideMaster1.xml" Type="http://schemas.openxmlformats.org/officeDocument/2006/relationships/slideMaster"/>
  <Relationship Id="rId3" Target="slides/slide1.xml" Type="http://schemas.openxmlformats.org/officeDocument/2006/relationships/slide"/>
  <Relationship Id="rId8" Target="slides/slide6.xml" Type="http://schemas.openxmlformats.org/officeDocument/2006/relationships/slide"/>
  <Relationship Id="rId4" Target="slides/slide2.xml" Type="http://schemas.openxmlformats.org/officeDocument/2006/relationships/slide"/>
  <Relationship Id="rId9" Target="slides/slide7.xml" Type="http://schemas.openxmlformats.org/officeDocument/2006/relationships/slide"/>
  <Relationship Id="rId7" Target="slides/slide5.xml" Type="http://schemas.openxmlformats.org/officeDocument/2006/relationships/slide"/>
  <Relationship Id="rId5" Target="slides/slide3.xml" Type="http://schemas.openxmlformats.org/officeDocument/2006/relationships/slide"/>
</Relationships>

</file>

<file path=ppt/slideLayouts/_rels/slideLayout1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2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3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4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5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6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slideLayout1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">
  <p:cSld name="Title">
    <p:spTree>
      <p:nvGrpSpPr>
        <p:cNvPr hidden="false" id="4" name="GroupShape 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5" name="Shape 5"/>
          <p:cNvSpPr txBox="true"/>
          <p:nvPr isPhoto="false">
            <p:ph idx="0" type="title"/>
          </p:nvPr>
        </p:nvSpPr>
        <p:spPr>
          <a:xfrm flipH="false" flipV="false" rot="0">
            <a:off x="1143000" y="841801"/>
            <a:ext cx="6858004" cy="3458823"/>
          </a:xfrm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algn="ctr" indent="0" lvl="0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1pPr>
            <a:lvl2pPr algn="ctr" indent="0" lvl="1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2pPr>
            <a:lvl3pPr algn="ctr" indent="0" lvl="2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3pPr>
            <a:lvl4pPr algn="ctr" indent="0" lvl="3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4pPr>
            <a:lvl5pPr algn="ctr" indent="0" lvl="4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5pPr>
            <a:lvl6pPr algn="ctr" indent="0" lvl="5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6pPr>
            <a:lvl7pPr algn="ctr" indent="0" lvl="6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7pPr>
            <a:lvl8pPr algn="ctr" indent="0" lvl="7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8pPr>
            <a:lvl9pPr algn="ctr" indent="0" lvl="8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9pPr>
          </a:lstStyle>
          <a:p/>
        </p:txBody>
      </p:sp>
    </p:spTree>
  </p:cSld>
</p:sldLayout>
</file>

<file path=ppt/slideLayouts/slideLayout2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obj">
  <p:cSld name="Title and Content">
    <p:spTree>
      <p:nvGrpSpPr>
        <p:cNvPr hidden="false" id="16" name="GroupShape 1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7" name="Shape 17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  <p:sp>
        <p:nvSpPr>
          <p:cNvPr hidden="false" id="18" name="Shape 18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</p:spTree>
  </p:cSld>
</p:sldLayout>
</file>

<file path=ppt/slideLayouts/slideLayout3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secHead">
  <p:cSld name="Title and Subtitle">
    <p:spTree>
      <p:nvGrpSpPr>
        <p:cNvPr hidden="false" id="13" name="GroupShape 13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4" name="Shape 14"/>
          <p:cNvSpPr txBox="true"/>
          <p:nvPr isPhoto="false">
            <p:ph idx="0" type="title"/>
          </p:nvPr>
        </p:nvSpPr>
        <p:spPr>
          <a:xfrm flipH="false" flipV="false" rot="0">
            <a:off x="1143000" y="841802"/>
            <a:ext cx="6858004" cy="1790764"/>
          </a:xfrm>
          <a:prstGeom prst="rect">
            <a:avLst/>
          </a:prstGeom>
        </p:spPr>
        <p:txBody>
          <a:bodyPr anchor="b" bIns="45000" lIns="90000" rIns="90000" tIns="45000">
            <a:noAutofit/>
          </a:bodyPr>
          <a:lstStyle>
            <a:defPPr/>
            <a:lvl1pPr algn="ctr" indent="0" lvl="0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1pPr>
            <a:lvl2pPr algn="ctr" indent="0" lvl="1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2pPr>
            <a:lvl3pPr algn="ctr" indent="0" lvl="2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3pPr>
            <a:lvl4pPr algn="ctr" indent="0" lvl="3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4pPr>
            <a:lvl5pPr algn="ctr" indent="0" lvl="4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5pPr>
            <a:lvl6pPr algn="ctr" indent="0" lvl="5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6pPr>
            <a:lvl7pPr algn="ctr" indent="0" lvl="6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7pPr>
            <a:lvl8pPr algn="ctr" indent="0" lvl="7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8pPr>
            <a:lvl9pPr algn="ctr" indent="0" lvl="8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9pPr>
          </a:lstStyle>
          <a:p/>
        </p:txBody>
      </p:sp>
      <p:sp>
        <p:nvSpPr>
          <p:cNvPr hidden="false" id="15" name="Shape 15"/>
          <p:cNvSpPr txBox="true"/>
          <p:nvPr isPhoto="false">
            <p:ph idx="3" type="subTitle"/>
          </p:nvPr>
        </p:nvSpPr>
        <p:spPr>
          <a:xfrm flipH="false" flipV="false" rot="0">
            <a:off x="1143000" y="2701624"/>
            <a:ext cx="6858004" cy="1241865"/>
          </a:xfrm>
          <a:prstGeom prst="rect">
            <a:avLst/>
          </a:prstGeom>
        </p:spPr>
        <p:txBody>
          <a:bodyPr anchor="t" bIns="45000" lIns="90000" rIns="90000" tIns="45000">
            <a:noAutofit/>
          </a:bodyPr>
          <a:lstStyle>
            <a:defPPr/>
            <a:lvl1pPr algn="ctr" indent="0" lvl="0" marL="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1pPr>
            <a:lvl2pPr algn="ctr" indent="0" lvl="1" marL="4572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2pPr>
            <a:lvl3pPr algn="ctr" indent="0" lvl="2" marL="9144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3pPr>
            <a:lvl4pPr algn="ctr" indent="0" lvl="3" marL="13716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4pPr>
            <a:lvl5pPr algn="ctr" indent="0" lvl="4" marL="18288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5pPr>
            <a:lvl6pPr algn="ctr" indent="0" lvl="5" marL="22860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6pPr>
            <a:lvl7pPr algn="ctr" indent="0" lvl="6" marL="27432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7pPr>
            <a:lvl8pPr algn="ctr" indent="0" lvl="7" marL="32004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8pPr>
            <a:lvl9pPr algn="ctr" indent="0" lvl="8" marL="36576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9pPr>
          </a:lstStyle>
          <a:p/>
        </p:txBody>
      </p:sp>
    </p:spTree>
  </p:cSld>
</p:sldLayout>
</file>

<file path=ppt/slideLayouts/slideLayout4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Only">
  <p:cSld name="Slide Title">
    <p:spTree>
      <p:nvGrpSpPr>
        <p:cNvPr hidden="false" id="6" name="GroupShape 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7" name="Shape 7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</p:spTree>
  </p:cSld>
</p:sldLayout>
</file>

<file path=ppt/slideLayouts/slideLayout5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woObj">
  <p:cSld name="Title and Two Columns">
    <p:spTree>
      <p:nvGrpSpPr>
        <p:cNvPr hidden="false" id="8" name="GroupShape 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9" name="Shape 9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  <p:sp>
        <p:nvSpPr>
          <p:cNvPr hidden="false" id="10" name="Shape 10"/>
          <p:cNvSpPr txBox="true"/>
          <p:nvPr isPhoto="false">
            <p:ph idx="1" type="body"/>
          </p:nvPr>
        </p:nvSpPr>
        <p:spPr>
          <a:xfrm flipH="false" flipV="false" rot="0">
            <a:off x="628650" y="1369267"/>
            <a:ext cx="3886202" cy="3263619"/>
          </a:xfrm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  <p:sp>
        <p:nvSpPr>
          <p:cNvPr hidden="false" id="11" name="Shape 11"/>
          <p:cNvSpPr txBox="true"/>
          <p:nvPr isPhoto="false">
            <p:ph idx="2" type="body"/>
          </p:nvPr>
        </p:nvSpPr>
        <p:spPr>
          <a:xfrm flipH="false" flipV="false" rot="0">
            <a:off x="4629152" y="1369267"/>
            <a:ext cx="3886202" cy="3263619"/>
          </a:xfrm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</p:spTree>
  </p:cSld>
</p:sldLayout>
</file>

<file path=ppt/slideLayouts/slideLayout6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blank">
  <p:cSld name="Blank">
    <p:spTree>
      <p:nvGrpSpPr>
        <p:cNvPr hidden="false" id="12" name="GroupShape 1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no" ?>
<Relationships xmlns="http://schemas.openxmlformats.org/package/2006/relationships">
  <Relationship Id="rId6" Target="../slideLayouts/slideLayout5.xml" Type="http://schemas.openxmlformats.org/officeDocument/2006/relationships/slideLayout"/>
  <Relationship Id="rId1" Target="../theme/theme1.xml" Type="http://schemas.openxmlformats.org/officeDocument/2006/relationships/theme"/>
  <Relationship Id="rId2" Target="../slideLayouts/slideLayout1.xml" Type="http://schemas.openxmlformats.org/officeDocument/2006/relationships/slideLayout"/>
  <Relationship Id="rId3" Target="../slideLayouts/slideLayout2.xml" Type="http://schemas.openxmlformats.org/officeDocument/2006/relationships/slideLayout"/>
  <Relationship Id="rId4" Target="../slideLayouts/slideLayout3.xml" Type="http://schemas.openxmlformats.org/officeDocument/2006/relationships/slideLayout"/>
  <Relationship Id="rId7" Target="../slideLayouts/slideLayout6.xml" Type="http://schemas.openxmlformats.org/officeDocument/2006/relationships/slideLayout"/>
  <Relationship Id="rId5" Target="../slideLayouts/slideLayout4.xml" Type="http://schemas.openxmlformats.org/officeDocument/2006/relationships/slideLayout"/>
</Relationships>

</file>

<file path=ppt/slideMasters/slideMaster1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Pr>
        <a:solidFill>
          <a:schemeClr val="bg1"/>
        </a:solidFill>
      </p:bgPr>
    </p:bg>
    <p:spTree>
      <p:nvGrpSpPr>
        <p:cNvPr hidden="false" id="1" name="GroupShape 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" name="Shape 2"/>
          <p:cNvSpPr txBox="true"/>
          <p:nvPr isPhoto="false">
            <p:ph idx="0" type="title"/>
          </p:nvPr>
        </p:nvSpPr>
        <p:spPr>
          <a:xfrm flipH="false" flipV="false" rot="0">
            <a:off x="628650" y="273853"/>
            <a:ext cx="7886704" cy="994207"/>
          </a:xfrm>
          <a:prstGeom prst="rect">
            <a:avLst/>
          </a:prstGeom>
          <a:noFill/>
          <a:ln>
            <a:noFill/>
            <a:headEnd type="none"/>
            <a:tailEnd type="none"/>
          </a:ln>
        </p:spPr>
        <p:txBody>
          <a:bodyPr anchor="ctr" bIns="45000" lIns="90000" rIns="90000" tIns="45000">
            <a:normAutofit fontScale="100%" lnSpcReduction="0%"/>
          </a:bodyPr>
          <a:p/>
        </p:txBody>
      </p:sp>
      <p:sp>
        <p:nvSpPr>
          <p:cNvPr hidden="false" id="3" name="Shape 3"/>
          <p:cNvSpPr txBox="true"/>
          <p:nvPr isPhoto="false">
            <p:ph idx="1" type="body"/>
          </p:nvPr>
        </p:nvSpPr>
        <p:spPr>
          <a:xfrm flipH="false" flipV="false" rot="0">
            <a:off x="628650" y="1369267"/>
            <a:ext cx="7886704" cy="3263619"/>
          </a:xfrm>
          <a:prstGeom prst="rect">
            <a:avLst/>
          </a:prstGeom>
          <a:noFill/>
          <a:ln>
            <a:noFill/>
            <a:headEnd type="none"/>
            <a:tailEnd type="none"/>
          </a:ln>
        </p:spPr>
        <p:txBody>
          <a:bodyPr anchor="t" bIns="45000" lIns="90000" rIns="90000" tIns="45000">
            <a:normAutofit fontScale="100%" lnSpcReduction="0%"/>
          </a:bodyPr>
          <a:p/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xStyles>
    <p:titleStyle>
      <a:defPPr/>
      <a:lvl1pPr algn="l" indent="0" lvl="0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1pPr>
      <a:lvl2pPr algn="l" indent="0" lvl="1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2pPr>
      <a:lvl3pPr algn="l" indent="0" lvl="2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3pPr>
      <a:lvl4pPr algn="l" indent="0" lvl="3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4pPr>
      <a:lvl5pPr algn="l" indent="0" lvl="4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5pPr>
      <a:lvl6pPr algn="l" indent="0" lvl="5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6pPr>
      <a:lvl7pPr algn="l" indent="0" lvl="6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7pPr>
      <a:lvl8pPr algn="l" indent="0" lvl="7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8pPr>
      <a:lvl9pPr algn="l" indent="0" lvl="8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9pPr>
    </p:titleStyle>
    <p:bodyStyle>
      <a:defPPr/>
      <a:lvl1pPr algn="l" indent="-314325" lvl="0" marL="31432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800">
          <a:latin typeface="+mn-lt"/>
          <a:ea typeface="+mn-ea"/>
          <a:cs typeface="+mn-cs"/>
        </a:defRPr>
      </a:lvl1pPr>
      <a:lvl2pPr algn="l" indent="-279400" lvl="1" marL="736600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600">
          <a:latin typeface="+mn-lt"/>
          <a:ea typeface="+mn-ea"/>
          <a:cs typeface="+mn-cs"/>
        </a:defRPr>
      </a:lvl2pPr>
      <a:lvl3pPr algn="l" indent="-244475" lvl="2" marL="11588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3pPr>
      <a:lvl4pPr algn="l" indent="-244475" lvl="3" marL="16160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4pPr>
      <a:lvl5pPr algn="l" indent="-244475" lvl="4" marL="20732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5pPr>
      <a:lvl6pPr algn="l" indent="-244475" lvl="5" marL="25304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6pPr>
      <a:lvl7pPr algn="l" indent="-244475" lvl="6" marL="29876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7pPr>
      <a:lvl8pPr algn="l" indent="-244475" lvl="7" marL="34448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8pPr>
      <a:lvl9pPr algn="l" indent="-244475" lvl="8" marL="39020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9pPr>
    </p:bodyStyle>
    <p:otherStyle>
      <a:defPPr/>
      <a:lvl1pPr lvl="0">
        <a:defRPr sz="1600">
          <a:latin typeface="+mn-lt"/>
          <a:ea typeface="+mn-ea"/>
          <a:cs typeface="+mn-cs"/>
        </a:defRPr>
      </a:lvl1pPr>
      <a:lvl2pPr lvl="1">
        <a:defRPr sz="1600">
          <a:latin typeface="+mn-lt"/>
          <a:ea typeface="+mn-ea"/>
          <a:cs typeface="+mn-cs"/>
        </a:defRPr>
      </a:lvl2pPr>
      <a:lvl3pPr lvl="2">
        <a:defRPr sz="1600">
          <a:latin typeface="+mn-lt"/>
          <a:ea typeface="+mn-ea"/>
          <a:cs typeface="+mn-cs"/>
        </a:defRPr>
      </a:lvl3pPr>
      <a:lvl4pPr lvl="3">
        <a:defRPr sz="1600">
          <a:latin typeface="+mn-lt"/>
          <a:ea typeface="+mn-ea"/>
          <a:cs typeface="+mn-cs"/>
        </a:defRPr>
      </a:lvl4pPr>
      <a:lvl5pPr lvl="4">
        <a:defRPr sz="1600">
          <a:latin typeface="+mn-lt"/>
          <a:ea typeface="+mn-ea"/>
          <a:cs typeface="+mn-cs"/>
        </a:defRPr>
      </a:lvl5pPr>
      <a:lvl6pPr lvl="5">
        <a:defRPr sz="1600">
          <a:latin typeface="+mn-lt"/>
          <a:ea typeface="+mn-ea"/>
          <a:cs typeface="+mn-cs"/>
        </a:defRPr>
      </a:lvl6pPr>
      <a:lvl7pPr lvl="6">
        <a:defRPr sz="1600">
          <a:latin typeface="+mn-lt"/>
          <a:ea typeface="+mn-ea"/>
          <a:cs typeface="+mn-cs"/>
        </a:defRPr>
      </a:lvl7pPr>
      <a:lvl8pPr lvl="7">
        <a:defRPr sz="1600">
          <a:latin typeface="+mn-lt"/>
          <a:ea typeface="+mn-ea"/>
          <a:cs typeface="+mn-cs"/>
        </a:defRPr>
      </a:lvl8pPr>
      <a:lvl9pPr lvl="8">
        <a:defRPr sz="1600"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_rels/slide2.xml.rels><?xml version="1.0" encoding="UTF-8" standalone="no" ?>
<Relationships xmlns="http://schemas.openxmlformats.org/package/2006/relationships">
  <Relationship Id="rId1" Target="../media/1.png" Type="http://schemas.openxmlformats.org/officeDocument/2006/relationships/image"/>
  <Relationship Id="rId2" Target="../media/2.png" Type="http://schemas.openxmlformats.org/officeDocument/2006/relationships/image"/>
  <Relationship Id="rId3" Target="../slideLayouts/slideLayout2.xml" Type="http://schemas.openxmlformats.org/officeDocument/2006/relationships/slideLayout"/>
</Relationships>

</file>

<file path=ppt/slides/_rels/slide3.xml.rels><?xml version="1.0" encoding="UTF-8" standalone="no" ?>
<Relationships xmlns="http://schemas.openxmlformats.org/package/2006/relationships">
  <Relationship Id="rId1" Target="../media/3.png" Type="http://schemas.openxmlformats.org/officeDocument/2006/relationships/image"/>
  <Relationship Id="rId2" Target="../slideLayouts/slideLayout2.xml" Type="http://schemas.openxmlformats.org/officeDocument/2006/relationships/slideLayout"/>
</Relationships>

</file>

<file path=ppt/slides/_rels/slide4.xml.rels><?xml version="1.0" encoding="UTF-8" standalone="no" ?>
<Relationships xmlns="http://schemas.openxmlformats.org/package/2006/relationships">
  <Relationship Id="rId6" Target="../slideLayouts/slideLayout2.xml" Type="http://schemas.openxmlformats.org/officeDocument/2006/relationships/slideLayout"/>
  <Relationship Id="rId1" Target="../media/4.png" Type="http://schemas.openxmlformats.org/officeDocument/2006/relationships/image"/>
  <Relationship Id="rId2" Target="../media/5.png" Type="http://schemas.openxmlformats.org/officeDocument/2006/relationships/image"/>
  <Relationship Id="rId3" Target="../media/6.png" Type="http://schemas.openxmlformats.org/officeDocument/2006/relationships/image"/>
  <Relationship Id="rId4" Target="../media/7.png" Type="http://schemas.openxmlformats.org/officeDocument/2006/relationships/image"/>
  <Relationship Id="rId5" Target="../media/8.png" Type="http://schemas.openxmlformats.org/officeDocument/2006/relationships/image"/>
</Relationships>

</file>

<file path=ppt/slides/_rels/slide5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6.xml.rels><?xml version="1.0" encoding="UTF-8" standalone="no" ?>
<Relationships xmlns="http://schemas.openxmlformats.org/package/2006/relationships">
  <Relationship Id="rId1" Target="../media/9.png" Type="http://schemas.openxmlformats.org/officeDocument/2006/relationships/image"/>
  <Relationship Id="rId2" Target="../media/10.png" Type="http://schemas.openxmlformats.org/officeDocument/2006/relationships/image"/>
  <Relationship Id="rId3" Target="../slideLayouts/slideLayout2.xml" Type="http://schemas.openxmlformats.org/officeDocument/2006/relationships/slideLayout"/>
</Relationships>

</file>

<file path=ppt/slides/_rels/slide7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slide1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9" name="GroupShape 1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0" name="Shape 20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r>
              <a:t>OAuth</a:t>
            </a:r>
          </a:p>
          <a:p>
            <a:r>
              <a:rPr sz="1400"/>
              <a:t>2.0</a:t>
            </a:r>
            <a:endParaRPr sz="1400"/>
          </a:p>
        </p:txBody>
      </p:sp>
    </p:spTree>
  </p:cSld>
</p:sld>
</file>

<file path=ppt/slides/slide2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1" name="GroupShape 2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2" name="Shape 22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algn="ctr"/>
            <a:r>
              <a:t>мы все с этим сталкивались</a:t>
            </a:r>
          </a:p>
        </p:txBody>
      </p:sp>
      <p:sp>
        <p:nvSpPr>
          <p:cNvPr hidden="false" id="23" name="Shape 23"/>
          <p:cNvSpPr txBox="true"/>
          <p:nvPr isPhoto="false">
            <p:ph idx="1" type="body"/>
          </p:nvPr>
        </p:nvSpPr>
        <p:spPr>
          <a:prstGeom prst="rect">
            <a:avLst/>
          </a:prstGeom>
        </p:spPr>
      </p:sp>
      <p:pic>
        <p:nvPicPr>
          <p:cNvPr hidden="false" id="25" name="Picture 25"/>
          <p:cNvPicPr preferRelativeResize="true"/>
          <p:nvPr isPhoto="false"/>
        </p:nvPicPr>
        <p:blipFill>
          <a:blip r:embed="rId1"/>
        </p:blipFill>
        <p:spPr>
          <a:xfrm flipH="false" flipV="false" rot="0">
            <a:off x="5081927" y="3529152"/>
            <a:ext cx="3685922" cy="1846993"/>
          </a:xfrm>
          <a:prstGeom prst="rect">
            <a:avLst/>
          </a:prstGeom>
        </p:spPr>
      </p:pic>
      <p:pic>
        <p:nvPicPr>
          <p:cNvPr hidden="false" id="27" name="Picture 27"/>
          <p:cNvPicPr preferRelativeResize="true"/>
          <p:nvPr isPhoto="false"/>
        </p:nvPicPr>
        <p:blipFill>
          <a:blip r:embed="rId2"/>
        </p:blipFill>
        <p:spPr>
          <a:xfrm flipH="false" flipV="false" rot="0">
            <a:off x="887078" y="1027637"/>
            <a:ext cx="7001713" cy="2526906"/>
          </a:xfrm>
          <a:prstGeom prst="rect">
            <a:avLst/>
          </a:prstGeom>
        </p:spPr>
      </p:pic>
      <p:sp>
        <p:nvSpPr>
          <p:cNvPr hidden="false" id="28" name="Shape 28"/>
          <p:cNvSpPr txBox="true"/>
          <p:nvPr isPhoto="false"/>
        </p:nvSpPr>
        <p:spPr>
          <a:xfrm flipH="false" flipV="false" rot="0">
            <a:off x="819730" y="3673470"/>
            <a:ext cx="3600002" cy="110259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причём эти сайты не узнают пароль и может даже логин от сайта, через который мы авторизуемся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3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9" name="GroupShape 2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30" name="Shape 30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algn="ctr"/>
            <a:r>
              <a:t>Зачем нужно?</a:t>
            </a:r>
          </a:p>
        </p:txBody>
      </p:sp>
      <p:sp>
        <p:nvSpPr>
          <p:cNvPr hidden="false" id="31" name="Shape 31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indent="0" marL="0">
              <a:buNone/>
            </a:pPr>
            <a:r>
              <a:t>OAuth 2.0 – это протокол авторизации, позволяющий выдать одному сервису права на доступ к ресурсам пользователя на другом сервисе. Причём выдаётся ограниченный набор прав, не сразу все</a:t>
            </a:r>
          </a:p>
        </p:txBody>
      </p:sp>
      <p:pic>
        <p:nvPicPr>
          <p:cNvPr hidden="false" id="33" name="Picture 33"/>
          <p:cNvPicPr preferRelativeResize="true"/>
          <p:nvPr isPhoto="false"/>
        </p:nvPicPr>
        <p:blipFill>
          <a:blip r:embed="rId1"/>
        </p:blipFill>
        <p:spPr>
          <a:xfrm flipH="false" flipV="false" rot="0">
            <a:off x="2099351" y="2326500"/>
            <a:ext cx="4641279" cy="2346715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34" name="GroupShape 3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35" name="Shape 35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algn="ctr"/>
            <a:r>
              <a:t>В Oauth 2.0 четыре сущности</a:t>
            </a:r>
          </a:p>
        </p:txBody>
      </p:sp>
      <p:sp>
        <p:nvSpPr>
          <p:cNvPr hidden="false" id="36" name="Shape 36"/>
          <p:cNvSpPr txBox="true"/>
          <p:nvPr isPhoto="false">
            <p:ph idx="1" type="body"/>
          </p:nvPr>
        </p:nvSpPr>
        <p:spPr>
          <a:xfrm flipH="false" flipV="false" rot="0">
            <a:off x="194351" y="1075743"/>
            <a:ext cx="6318446" cy="3773544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r>
              <a:rPr b="true"/>
              <a:t>Владелец ресурса</a:t>
            </a:r>
            <a:r>
              <a:t> – пользователь который владеет данными и может разрешить доступ к ним</a:t>
            </a:r>
          </a:p>
          <a:p>
            <a:pPr indent="0" marL="0">
              <a:buNone/>
            </a:pPr>
          </a:p>
          <a:p>
            <a:r>
              <a:rPr b="true"/>
              <a:t>Клиент</a:t>
            </a:r>
            <a:r>
              <a:t> – приложение, которое запрашивает доступ к данным</a:t>
            </a:r>
          </a:p>
          <a:p>
            <a:pPr indent="0" marL="0">
              <a:buNone/>
            </a:pPr>
          </a:p>
          <a:p>
            <a:r>
              <a:rPr b="true"/>
              <a:t>Сервер авторизации</a:t>
            </a:r>
            <a:r>
              <a:t> – сервис, который проверяет личность владельца, запрашивает разрешения и выдаёт токены</a:t>
            </a:r>
          </a:p>
          <a:p>
            <a:pPr indent="0" marL="0">
              <a:buNone/>
            </a:pPr>
          </a:p>
          <a:p>
            <a:r>
              <a:rPr b="true"/>
              <a:t>Ресурсный сервер</a:t>
            </a:r>
            <a:r>
              <a:t> – сервер, который хранит данные и предоставляет к ним доступ по токену</a:t>
            </a:r>
          </a:p>
          <a:p>
            <a:pPr indent="0" marL="0">
              <a:buNone/>
            </a:pPr>
          </a:p>
        </p:txBody>
      </p:sp>
      <p:pic>
        <p:nvPicPr>
          <p:cNvPr hidden="false" id="38" name="Picture 38"/>
          <p:cNvPicPr preferRelativeResize="true"/>
          <p:nvPr isPhoto="false"/>
        </p:nvPicPr>
        <p:blipFill>
          <a:blip r:embed="rId1"/>
        </p:blipFill>
        <p:spPr>
          <a:xfrm flipH="false" flipV="false" rot="0">
            <a:off x="8158165" y="895349"/>
            <a:ext cx="814138" cy="814137"/>
          </a:xfrm>
          <a:prstGeom prst="rect">
            <a:avLst/>
          </a:prstGeom>
        </p:spPr>
      </p:pic>
      <p:pic>
        <p:nvPicPr>
          <p:cNvPr hidden="false" id="40" name="Picture 40"/>
          <p:cNvPicPr preferRelativeResize="true"/>
          <p:nvPr isPhoto="false"/>
        </p:nvPicPr>
        <p:blipFill>
          <a:blip r:embed="rId2"/>
        </p:blipFill>
        <p:spPr>
          <a:xfrm flipH="false" flipV="false" rot="0">
            <a:off x="7689275" y="3076955"/>
            <a:ext cx="1397827" cy="646094"/>
          </a:xfrm>
          <a:prstGeom prst="rect">
            <a:avLst/>
          </a:prstGeom>
        </p:spPr>
      </p:pic>
      <p:sp>
        <p:nvSpPr>
          <p:cNvPr hidden="false" id="41" name="Shape 41"/>
          <p:cNvSpPr txBox="false"/>
          <p:nvPr isPhoto="false"/>
        </p:nvSpPr>
        <p:spPr>
          <a:xfrm flipH="true" flipV="false" rot="0">
            <a:off x="7786690" y="1695449"/>
            <a:ext cx="466725" cy="314325"/>
          </a:xfrm>
          <a:prstGeom prst="line">
            <a:avLst/>
          </a:prstGeom>
          <a:noFill/>
          <a:ln w="12700">
            <a:solidFill>
              <a:srgbClr val="AE3030"/>
            </a:solidFill>
            <a:prstDash val="solid"/>
            <a:headEnd type="none"/>
            <a:tailEnd type="none"/>
          </a:ln>
        </p:spPr>
        <p:txBody>
          <a:bodyPr anchor="t" bIns="45720" lIns="45720" rIns="45720" tIns="45720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42" name="Shape 42"/>
          <p:cNvSpPr txBox="false"/>
          <p:nvPr isPhoto="false"/>
        </p:nvSpPr>
        <p:spPr>
          <a:xfrm flipH="false" flipV="false" rot="0">
            <a:off x="8093366" y="2894152"/>
            <a:ext cx="346363" cy="240530"/>
          </a:xfrm>
          <a:prstGeom prst="line">
            <a:avLst/>
          </a:prstGeom>
          <a:noFill/>
          <a:ln w="12700">
            <a:solidFill>
              <a:srgbClr val="AE3030"/>
            </a:solidFill>
            <a:prstDash val="solid"/>
            <a:headEnd type="none"/>
            <a:tailEnd type="none"/>
          </a:ln>
        </p:spPr>
        <p:txBody>
          <a:bodyPr anchor="t" bIns="45720" lIns="45720" rIns="45720" tIns="45720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pic>
        <p:nvPicPr>
          <p:cNvPr hidden="false" id="44" name="Picture 44"/>
          <p:cNvPicPr preferRelativeResize="true"/>
          <p:nvPr isPhoto="false"/>
        </p:nvPicPr>
        <p:blipFill>
          <a:blip r:embed="rId3"/>
        </p:blipFill>
        <p:spPr>
          <a:xfrm flipH="false" flipV="false" rot="0">
            <a:off x="6909957" y="1932030"/>
            <a:ext cx="1789518" cy="1006562"/>
          </a:xfrm>
          <a:prstGeom prst="rect">
            <a:avLst/>
          </a:prstGeom>
        </p:spPr>
      </p:pic>
      <p:pic>
        <p:nvPicPr>
          <p:cNvPr hidden="false" id="46" name="Picture 46"/>
          <p:cNvPicPr preferRelativeResize="true"/>
          <p:nvPr isPhoto="false"/>
        </p:nvPicPr>
        <p:blipFill>
          <a:blip r:embed="rId4"/>
        </p:blipFill>
        <p:spPr>
          <a:xfrm flipH="false" flipV="false" rot="0">
            <a:off x="6621320" y="4183394"/>
            <a:ext cx="1049245" cy="549298"/>
          </a:xfrm>
          <a:prstGeom prst="rect">
            <a:avLst/>
          </a:prstGeom>
        </p:spPr>
      </p:pic>
      <p:pic>
        <p:nvPicPr>
          <p:cNvPr hidden="false" id="48" name="Picture 48"/>
          <p:cNvPicPr preferRelativeResize="true"/>
          <p:nvPr isPhoto="false"/>
        </p:nvPicPr>
        <p:blipFill>
          <a:blip r:embed="rId5"/>
        </p:blipFill>
        <p:spPr>
          <a:xfrm flipH="false" flipV="false" rot="0">
            <a:off x="7987533" y="4221879"/>
            <a:ext cx="842059" cy="607491"/>
          </a:xfrm>
          <a:prstGeom prst="rect">
            <a:avLst/>
          </a:prstGeom>
        </p:spPr>
      </p:pic>
      <p:sp>
        <p:nvSpPr>
          <p:cNvPr hidden="false" id="49" name="Shape 49"/>
          <p:cNvSpPr txBox="true"/>
          <p:nvPr isPhoto="false"/>
        </p:nvSpPr>
        <p:spPr>
          <a:xfrm flipH="false" flipV="false" rot="0">
            <a:off x="2772001" y="1905091"/>
            <a:ext cx="3600002" cy="133350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50" name="Shape 50"/>
          <p:cNvSpPr txBox="false"/>
          <p:nvPr isPhoto="false"/>
        </p:nvSpPr>
        <p:spPr>
          <a:xfrm flipH="true" flipV="false" rot="0">
            <a:off x="6823366" y="2932637"/>
            <a:ext cx="240530" cy="1308484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type="none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51" name="Shape 51"/>
          <p:cNvSpPr txBox="false"/>
          <p:nvPr isPhoto="false"/>
        </p:nvSpPr>
        <p:spPr>
          <a:xfrm flipH="false" flipV="false" rot="0">
            <a:off x="7150487" y="2932637"/>
            <a:ext cx="856288" cy="1318106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type="none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52" name="Shape 52"/>
          <p:cNvSpPr txBox="false"/>
          <p:nvPr isPhoto="false"/>
        </p:nvSpPr>
        <p:spPr>
          <a:xfrm flipH="false" flipV="true" rot="0">
            <a:off x="7429503" y="3490667"/>
            <a:ext cx="202045" cy="1924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prstDash val="solid"/>
            <a:headEnd type="none"/>
            <a:tailEnd type="none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53" name="Shape 53"/>
          <p:cNvSpPr txBox="false"/>
          <p:nvPr isPhoto="false"/>
        </p:nvSpPr>
        <p:spPr>
          <a:xfrm flipH="false" flipV="true" rot="0">
            <a:off x="7448745" y="3384833"/>
            <a:ext cx="182802" cy="192424"/>
          </a:xfrm>
          <a:prstGeom prst="line">
            <a:avLst/>
          </a:prstGeom>
          <a:noFill/>
          <a:ln w="12700">
            <a:solidFill>
              <a:schemeClr val="tx1">
                <a:lumMod val="95000"/>
                <a:lumOff val="5000"/>
              </a:schemeClr>
            </a:solidFill>
            <a:prstDash val="solid"/>
            <a:headEnd type="none"/>
            <a:tailEnd type="none"/>
          </a:ln>
        </p:spPr>
        <p:txBody>
          <a:bodyPr anchor="t" bIns="45720" lIns="45720" rIns="45720" tIns="45720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54" name="Shape 54"/>
          <p:cNvSpPr txBox="false"/>
          <p:nvPr isPhoto="false"/>
        </p:nvSpPr>
        <p:spPr>
          <a:xfrm flipH="false" flipV="false" rot="0">
            <a:off x="8891590" y="1704974"/>
            <a:ext cx="9525" cy="1352549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type="none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</p:spTree>
  </p:cSld>
</p:sld>
</file>

<file path=ppt/slides/slide5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55" name="GroupShape 55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56" name="Shape 56"/>
          <p:cNvSpPr txBox="true"/>
          <p:nvPr isPhoto="false"/>
        </p:nvSpPr>
        <p:spPr>
          <a:xfrm flipH="false" flipV="false" rot="0">
            <a:off x="338140" y="152400"/>
            <a:ext cx="1275902" cy="6286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Илон маск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владелец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57" name="Shape 57"/>
          <p:cNvSpPr txBox="true"/>
          <p:nvPr isPhoto="false"/>
        </p:nvSpPr>
        <p:spPr>
          <a:xfrm flipH="false" flipV="false" rot="0">
            <a:off x="1928815" y="142874"/>
            <a:ext cx="1723577" cy="5048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наш клиент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58" name="Shape 58"/>
          <p:cNvSpPr txBox="true"/>
          <p:nvPr isPhoto="false"/>
        </p:nvSpPr>
        <p:spPr>
          <a:xfrm flipH="false" flipV="false" rot="0">
            <a:off x="3843340" y="123824"/>
            <a:ext cx="2409377" cy="6477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гугл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сервер авторизации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59" name="Shape 59"/>
          <p:cNvSpPr txBox="true"/>
          <p:nvPr isPhoto="false"/>
        </p:nvSpPr>
        <p:spPr>
          <a:xfrm flipH="false" flipV="false" rot="0">
            <a:off x="6319840" y="152399"/>
            <a:ext cx="2695127" cy="7239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гугл диск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(ресурсный сервер)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60" name="Shape 60"/>
          <p:cNvSpPr txBox="false"/>
          <p:nvPr isPhoto="false"/>
        </p:nvSpPr>
        <p:spPr>
          <a:xfrm flipH="false" flipV="false" rot="0">
            <a:off x="890590" y="790574"/>
            <a:ext cx="0" cy="4619624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type="none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61" name="Shape 61"/>
          <p:cNvSpPr txBox="false"/>
          <p:nvPr isPhoto="false"/>
        </p:nvSpPr>
        <p:spPr>
          <a:xfrm flipH="false" flipV="false" rot="0">
            <a:off x="3633790" y="619124"/>
            <a:ext cx="0" cy="5038724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type="none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62" name="Shape 62"/>
          <p:cNvSpPr txBox="false"/>
          <p:nvPr isPhoto="false"/>
        </p:nvSpPr>
        <p:spPr>
          <a:xfrm flipH="false" flipV="false" rot="0">
            <a:off x="6215065" y="761999"/>
            <a:ext cx="0" cy="4676774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type="none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63" name="Shape 63"/>
          <p:cNvSpPr txBox="false"/>
          <p:nvPr isPhoto="false"/>
        </p:nvSpPr>
        <p:spPr>
          <a:xfrm flipH="false" flipV="false" rot="0">
            <a:off x="8882065" y="866774"/>
            <a:ext cx="0" cy="5495924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type="none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64" name="Shape 64"/>
          <p:cNvSpPr txBox="false"/>
          <p:nvPr isPhoto="false"/>
        </p:nvSpPr>
        <p:spPr>
          <a:xfrm flipH="false" flipV="false" rot="0">
            <a:off x="900115" y="1171574"/>
            <a:ext cx="2705099" cy="66674"/>
          </a:xfrm>
          <a:prstGeom prst="line">
            <a:avLst/>
          </a:prstGeom>
          <a:noFill/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 anchor="t" bIns="45720" lIns="45720" rIns="45720" tIns="45720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65" name="Shape 65"/>
          <p:cNvSpPr txBox="true"/>
          <p:nvPr isPhoto="false"/>
        </p:nvSpPr>
        <p:spPr>
          <a:xfrm flipH="false" flipV="false" rot="0">
            <a:off x="833440" y="790574"/>
            <a:ext cx="2980877" cy="38100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ctr">
              <a:buNone/>
            </a:pPr>
            <a:r>
              <a:rPr sz="14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хочу загрузить файлы из гугл</a:t>
            </a:r>
            <a:endParaRPr sz="14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66" name="Shape 66"/>
          <p:cNvSpPr txBox="true"/>
          <p:nvPr isPhoto="false"/>
        </p:nvSpPr>
        <p:spPr>
          <a:xfrm flipH="false" flipV="false" rot="0">
            <a:off x="871540" y="1343024"/>
            <a:ext cx="3152327" cy="36195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 sz="14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перенаправление в гугл</a:t>
            </a:r>
            <a:endParaRPr sz="14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67" name="Shape 67"/>
          <p:cNvSpPr txBox="false"/>
          <p:nvPr isPhoto="false"/>
        </p:nvSpPr>
        <p:spPr>
          <a:xfrm flipH="true" flipV="false" rot="0">
            <a:off x="995365" y="1752599"/>
            <a:ext cx="2590799" cy="95250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68" name="Shape 68"/>
          <p:cNvSpPr txBox="false"/>
          <p:nvPr isPhoto="false"/>
        </p:nvSpPr>
        <p:spPr>
          <a:xfrm flipH="false" flipV="false" rot="0">
            <a:off x="947740" y="2247899"/>
            <a:ext cx="5038724" cy="152400"/>
          </a:xfrm>
          <a:prstGeom prst="line">
            <a:avLst/>
          </a:prstGeom>
          <a:noFill/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 anchor="t" bIns="45720" lIns="45720" rIns="45720" tIns="45720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69" name="Shape 69"/>
          <p:cNvSpPr txBox="true"/>
          <p:nvPr isPhoto="false"/>
        </p:nvSpPr>
        <p:spPr>
          <a:xfrm flipH="false" flipV="false" rot="0">
            <a:off x="871540" y="1866899"/>
            <a:ext cx="4476302" cy="428625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вводим почту и пароль, на все соглашаемся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70" name="Shape 70"/>
          <p:cNvSpPr txBox="true"/>
          <p:nvPr isPhoto="false"/>
        </p:nvSpPr>
        <p:spPr>
          <a:xfrm flipH="false" flipV="false" rot="0">
            <a:off x="1433515" y="2419349"/>
            <a:ext cx="3600002" cy="428625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идём обратно с кодом авторизации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71" name="Shape 71"/>
          <p:cNvSpPr txBox="false"/>
          <p:nvPr isPhoto="false"/>
        </p:nvSpPr>
        <p:spPr>
          <a:xfrm flipH="true" flipV="false" rot="0">
            <a:off x="976315" y="2705099"/>
            <a:ext cx="5019674" cy="114300"/>
          </a:xfrm>
          <a:prstGeom prst="line">
            <a:avLst/>
          </a:prstGeom>
          <a:noFill/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 anchor="t" bIns="45720" lIns="45720" rIns="45720" tIns="45720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72" name="Shape 72"/>
          <p:cNvSpPr txBox="false"/>
          <p:nvPr isPhoto="false"/>
        </p:nvSpPr>
        <p:spPr>
          <a:xfrm flipH="false" flipV="false" rot="0">
            <a:off x="976315" y="3076574"/>
            <a:ext cx="2552699" cy="57150"/>
          </a:xfrm>
          <a:prstGeom prst="line">
            <a:avLst/>
          </a:prstGeom>
          <a:noFill/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 anchor="t" bIns="45720" lIns="45720" rIns="45720" tIns="45720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73" name="Shape 73"/>
          <p:cNvSpPr txBox="true"/>
          <p:nvPr isPhoto="false"/>
        </p:nvSpPr>
        <p:spPr>
          <a:xfrm flipH="false" flipV="false" rot="0">
            <a:off x="1547815" y="2790824"/>
            <a:ext cx="2066477" cy="43815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передаём код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74" name="Shape 74"/>
          <p:cNvSpPr txBox="false"/>
          <p:nvPr isPhoto="false"/>
        </p:nvSpPr>
        <p:spPr>
          <a:xfrm flipH="false" flipV="false" rot="0">
            <a:off x="3652840" y="3457574"/>
            <a:ext cx="2428875" cy="209550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75" name="Shape 75"/>
          <p:cNvSpPr txBox="true"/>
          <p:nvPr isPhoto="false"/>
        </p:nvSpPr>
        <p:spPr>
          <a:xfrm flipH="false" flipV="false" rot="0">
            <a:off x="3633790" y="2867024"/>
            <a:ext cx="2542727" cy="600075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объединяем наш секрет и код авторизации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76" name="Shape 76"/>
          <p:cNvSpPr txBox="false"/>
          <p:nvPr isPhoto="false"/>
        </p:nvSpPr>
        <p:spPr>
          <a:xfrm flipH="true" flipV="false" rot="0">
            <a:off x="3795715" y="4029074"/>
            <a:ext cx="2333625" cy="200025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77" name="Shape 77"/>
          <p:cNvSpPr txBox="true"/>
          <p:nvPr isPhoto="false"/>
        </p:nvSpPr>
        <p:spPr>
          <a:xfrm flipH="false" flipV="false" rot="0">
            <a:off x="3729040" y="3648074"/>
            <a:ext cx="2666552" cy="60960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 sz="14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получаем access_token и refresh_token</a:t>
            </a:r>
            <a:endParaRPr sz="14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78" name="Shape 78"/>
          <p:cNvSpPr txBox="false"/>
          <p:nvPr isPhoto="false"/>
        </p:nvSpPr>
        <p:spPr>
          <a:xfrm flipH="false" flipV="false" rot="0">
            <a:off x="3652840" y="4476749"/>
            <a:ext cx="5172074" cy="19050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79" name="Shape 79"/>
          <p:cNvSpPr txBox="true"/>
          <p:nvPr isPhoto="false"/>
        </p:nvSpPr>
        <p:spPr>
          <a:xfrm flipH="false" flipV="false" rot="0">
            <a:off x="4586290" y="4143374"/>
            <a:ext cx="4447726" cy="57150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запрос данных используя access_token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0" name="Shape 80"/>
          <p:cNvSpPr txBox="false"/>
          <p:nvPr isPhoto="false"/>
        </p:nvSpPr>
        <p:spPr>
          <a:xfrm flipH="true" flipV="true" rot="0">
            <a:off x="3709990" y="5057774"/>
            <a:ext cx="5124449" cy="9525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81" name="Shape 81"/>
          <p:cNvSpPr txBox="true"/>
          <p:nvPr isPhoto="false"/>
        </p:nvSpPr>
        <p:spPr>
          <a:xfrm flipH="false" flipV="false" rot="0">
            <a:off x="4957765" y="4648199"/>
            <a:ext cx="2761802" cy="47625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наши файлы с гугл диска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6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82" name="GroupShape 8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3" name="Shape 83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indent="0" marL="0">
              <a:buNone/>
            </a:pPr>
            <a:r>
              <a:t>Есть другие разновидности потоков</a:t>
            </a:r>
          </a:p>
        </p:txBody>
      </p:sp>
      <p:pic>
        <p:nvPicPr>
          <p:cNvPr hidden="false" id="85" name="Picture 85"/>
          <p:cNvPicPr preferRelativeResize="true"/>
          <p:nvPr isPhoto="false"/>
        </p:nvPicPr>
        <p:blipFill>
          <a:blip r:embed="rId1"/>
        </p:blipFill>
        <p:spPr>
          <a:xfrm flipH="false" flipV="false" rot="0">
            <a:off x="252415" y="1638299"/>
            <a:ext cx="4084366" cy="3086283"/>
          </a:xfrm>
          <a:prstGeom prst="rect">
            <a:avLst/>
          </a:prstGeom>
        </p:spPr>
      </p:pic>
      <p:sp>
        <p:nvSpPr>
          <p:cNvPr hidden="false" id="86" name="Shape 86"/>
          <p:cNvSpPr txBox="true"/>
          <p:nvPr isPhoto="false"/>
        </p:nvSpPr>
        <p:spPr>
          <a:xfrm flipH="false" flipV="false" rot="0">
            <a:off x="90490" y="1295399"/>
            <a:ext cx="4647752" cy="40005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бравл старс, мобильное приложение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hidden="false" id="88" name="Picture 88"/>
          <p:cNvPicPr preferRelativeResize="true"/>
          <p:nvPr isPhoto="false"/>
        </p:nvPicPr>
        <p:blipFill>
          <a:blip r:embed="rId2"/>
        </p:blipFill>
        <p:spPr>
          <a:xfrm flipH="false" flipV="false" rot="0">
            <a:off x="4329115" y="1514474"/>
            <a:ext cx="5600706" cy="2726433"/>
          </a:xfrm>
          <a:prstGeom prst="rect">
            <a:avLst/>
          </a:prstGeom>
        </p:spPr>
      </p:pic>
      <p:sp>
        <p:nvSpPr>
          <p:cNvPr hidden="false" id="89" name="Shape 89"/>
          <p:cNvSpPr txBox="true"/>
          <p:nvPr isPhoto="false"/>
        </p:nvSpPr>
        <p:spPr>
          <a:xfrm flipH="false" flipV="false" rot="0">
            <a:off x="4243390" y="1028699"/>
            <a:ext cx="4990652" cy="542925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происходит без участия пользователя, например общение госуслуги и военкомат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0" name="Shape 90"/>
          <p:cNvSpPr txBox="true"/>
          <p:nvPr isPhoto="false"/>
        </p:nvSpPr>
        <p:spPr>
          <a:xfrm flipH="false" flipV="false" rot="0">
            <a:off x="2424115" y="4695824"/>
            <a:ext cx="3600002" cy="32385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OAuth2.0 – Это гибкий фреймворк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7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91" name="GroupShape 9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92" name="Shape 92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algn="ctr"/>
            <a:r>
              <a:t>попробуем console.cloud.google.com</a:t>
            </a:r>
          </a:p>
        </p:txBody>
      </p:sp>
      <p:sp>
        <p:nvSpPr>
          <p:cNvPr hidden="false" id="93" name="Shape 93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r>
              <a:t>три полоски</a:t>
            </a:r>
          </a:p>
          <a:p>
            <a:r>
              <a:t>APIs &amp; Services</a:t>
            </a:r>
          </a:p>
          <a:p>
            <a:r>
              <a:t>OAuth</a:t>
            </a:r>
          </a:p>
          <a:p>
            <a:r>
              <a:t>Clients</a:t>
            </a:r>
          </a:p>
          <a:p>
            <a:r>
              <a:t>create project</a:t>
            </a:r>
          </a:p>
          <a:p/>
        </p:txBody>
      </p:sp>
    </p:spTree>
  </p:cSld>
</p:sld>
</file>

<file path=ppt/theme/theme1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Basic">
  <a:themeElements>
    <a:clrScheme name="Office">
      <a:dk1>
        <a:srgbClr val="000000"/>
      </a:dk1>
      <a:lt1>
        <a:srgbClr val="FFFFFF"/>
      </a:lt1>
      <a:dk2>
        <a:srgbClr val="3D5166"/>
      </a:dk2>
      <a:lt2>
        <a:srgbClr val="E5E6E7"/>
      </a:lt2>
      <a:accent1>
        <a:srgbClr val="D15757"/>
      </a:accent1>
      <a:accent2>
        <a:srgbClr val="E8B448"/>
      </a:accent2>
      <a:accent3>
        <a:srgbClr val="91C25F"/>
      </a:accent3>
      <a:accent4>
        <a:srgbClr val="3EB07E"/>
      </a:accent4>
      <a:accent5>
        <a:srgbClr val="36A6D6"/>
      </a:accent5>
      <a:accent6>
        <a:srgbClr val="367FCB"/>
      </a:accent6>
      <a:hlink>
        <a:srgbClr val="367FCB"/>
      </a:hlink>
      <a:folHlink>
        <a:srgbClr val="965E99"/>
      </a:folHlink>
    </a:clrScheme>
    <a:fontScheme name="Office">
      <a:majorFont>
        <a:latin typeface="XO Oriel"/>
        <a:ea typeface=""/>
        <a:cs typeface=""/>
      </a:majorFont>
      <a:minorFont>
        <a:latin typeface="XO Oriel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</a:gradFill>
      </a:fillStyleLst>
      <a:lnStyleLst>
        <a:ln w="6350">
          <a:solidFill>
            <a:schemeClr val="phClr">
              <a:shade val="95000"/>
              <a:satMod val="105000"/>
            </a:schemeClr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</a:gradFill>
      </a:bgFillStyleLst>
    </a:fmtScheme>
  </a:themeElements>
</a:theme>
</file>

<file path=docProps/app.xml><?xml version="1.0" encoding="utf-8"?>
<Properties xmlns="http://schemas.openxmlformats.org/officeDocument/2006/extended-properties">
  <Template>Normal.dotm</Template>
  <TotalTime>0</TotalTime>
  <DocSecurity>0</DocSecurity>
  <ScaleCrop>false</ScaleCrop>
  <Application>MyOffice-CoreFramework-Windows/36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2026-01-01T12:14:40Z</dcterms:created>
  <dcterms:modified xsi:type="dcterms:W3CDTF">2026-01-01T12:14:40Z</dcterms:modified>
</cp:coreProperties>
</file>