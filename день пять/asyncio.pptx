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</Types>
</file>

<file path=_rels/.rels><?xml version="1.0" encoding="UTF-8" standalone="no" ?>
<Relationships xmlns="http://schemas.openxmlformats.org/package/2006/relationships">
  <Relationship Id="rId1" Target="ppt/presentation.xml" Type="http://schemas.openxmlformats.org/officeDocument/2006/relationships/officeDocument"/>
  <Relationship Id="rId2" Target="docProps/app.xml" Type="http://schemas.openxmlformats.org/officeDocument/2006/relationships/extended-properties"/>
  <Relationship Id="rId3" Target="docProps/core.xml" Type="http://schemas.openxmlformats.org/package/2006/relationships/metadata/core-properties"/>
</Relationships>

</file>

<file path=ppt/presentation.xml><?xml version="1.0" encoding="utf-8"?>
<p:presentation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sldMasterIdLst>
    <p:sldMasterId id="2147483648" r:id="rId2"/>
  </p:sldMasterIdLst>
  <p:sldIdLst>
    <p:sldId id="256" r:id="rId3"/>
    <p:sldId id="257" r:id="rId4"/>
    <p:sldId id="258" r:id="rId5"/>
  </p:sldIdLst>
  <p:sldSz cx="9144005" cy="5143683"/>
  <p:notesSz cx="5143683" cy="9144005"/>
  <p:defaultTextStyle>
    <a:defPPr/>
    <a:lvl1pPr lvl="0" marL="0">
      <a:defRPr sz="1600">
        <a:latin typeface="+mn-lt"/>
        <a:ea typeface="+mn-ea"/>
        <a:cs typeface="+mn-cs"/>
      </a:defRPr>
    </a:lvl1pPr>
    <a:lvl2pPr lvl="1" marL="457200">
      <a:defRPr sz="1600">
        <a:latin typeface="+mn-lt"/>
        <a:ea typeface="+mn-ea"/>
        <a:cs typeface="+mn-cs"/>
      </a:defRPr>
    </a:lvl2pPr>
    <a:lvl3pPr lvl="2" marL="914400">
      <a:defRPr sz="1600">
        <a:latin typeface="+mn-lt"/>
        <a:ea typeface="+mn-ea"/>
        <a:cs typeface="+mn-cs"/>
      </a:defRPr>
    </a:lvl3pPr>
    <a:lvl4pPr lvl="3" marL="1371600">
      <a:defRPr sz="1600">
        <a:latin typeface="+mn-lt"/>
        <a:ea typeface="+mn-ea"/>
        <a:cs typeface="+mn-cs"/>
      </a:defRPr>
    </a:lvl4pPr>
    <a:lvl5pPr lvl="4" marL="1828800">
      <a:defRPr sz="1600">
        <a:latin typeface="+mn-lt"/>
        <a:ea typeface="+mn-ea"/>
        <a:cs typeface="+mn-cs"/>
      </a:defRPr>
    </a:lvl5pPr>
    <a:lvl6pPr lvl="5" marL="2286000">
      <a:defRPr sz="1600">
        <a:latin typeface="+mn-lt"/>
        <a:ea typeface="+mn-ea"/>
        <a:cs typeface="+mn-cs"/>
      </a:defRPr>
    </a:lvl6pPr>
    <a:lvl7pPr lvl="6" marL="2743200">
      <a:defRPr sz="1600">
        <a:latin typeface="+mn-lt"/>
        <a:ea typeface="+mn-ea"/>
        <a:cs typeface="+mn-cs"/>
      </a:defRPr>
    </a:lvl7pPr>
    <a:lvl8pPr lvl="7" marL="3200400">
      <a:defRPr sz="1600">
        <a:latin typeface="+mn-lt"/>
        <a:ea typeface="+mn-ea"/>
        <a:cs typeface="+mn-cs"/>
      </a:defRPr>
    </a:lvl8pPr>
    <a:lvl9pPr lvl="8" marL="3657600">
      <a:defRPr sz="1600">
        <a:latin typeface="+mn-lt"/>
        <a:ea typeface="+mn-ea"/>
        <a:cs typeface="+mn-cs"/>
      </a:defRPr>
    </a:lvl9pPr>
  </p:defaultTextStyle>
</p:presentation>
</file>

<file path=ppt/tableStyles.xml><?xml version="1.0" encoding="utf-8"?>
<a:tblStyleLs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def="{5C22544A-7EE6-4342-B048-85BDC9FD1C3A}"/>
</file>

<file path=ppt/_rels/presentation.xml.rels><?xml version="1.0" encoding="UTF-8" standalone="no" ?>
<Relationships xmlns="http://schemas.openxmlformats.org/package/2006/relationships">
  <Relationship Id="rId6" Target="tableStyles.xml" Type="http://schemas.openxmlformats.org/officeDocument/2006/relationships/tableStyles"/>
  <Relationship Id="rId1" Target="theme/theme1.xml" Type="http://schemas.openxmlformats.org/officeDocument/2006/relationships/theme"/>
  <Relationship Id="rId2" Target="slideMasters/slideMaster1.xml" Type="http://schemas.openxmlformats.org/officeDocument/2006/relationships/slideMaster"/>
  <Relationship Id="rId3" Target="slides/slide1.xml" Type="http://schemas.openxmlformats.org/officeDocument/2006/relationships/slide"/>
  <Relationship Id="rId4" Target="slides/slide2.xml" Type="http://schemas.openxmlformats.org/officeDocument/2006/relationships/slide"/>
  <Relationship Id="rId5" Target="slides/slide3.xml" Type="http://schemas.openxmlformats.org/officeDocument/2006/relationships/slide"/>
</Relationships>

</file>

<file path=ppt/slideLayouts/_rels/slideLayout1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2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3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4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5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6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slideLayout1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">
  <p:cSld name="Title">
    <p:spTree>
      <p:nvGrpSpPr>
        <p:cNvPr hidden="false" id="11" name="GroupShape 1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2" name="Shape 12"/>
          <p:cNvSpPr txBox="true"/>
          <p:nvPr isPhoto="false">
            <p:ph idx="0" type="title"/>
          </p:nvPr>
        </p:nvSpPr>
        <p:spPr>
          <a:xfrm flipH="false" flipV="false" rot="0">
            <a:off x="1143000" y="841801"/>
            <a:ext cx="6858004" cy="3458823"/>
          </a:xfrm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algn="ctr" indent="0" lvl="0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1pPr>
            <a:lvl2pPr algn="ctr" indent="0" lvl="1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2pPr>
            <a:lvl3pPr algn="ctr" indent="0" lvl="2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3pPr>
            <a:lvl4pPr algn="ctr" indent="0" lvl="3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4pPr>
            <a:lvl5pPr algn="ctr" indent="0" lvl="4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5pPr>
            <a:lvl6pPr algn="ctr" indent="0" lvl="5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6pPr>
            <a:lvl7pPr algn="ctr" indent="0" lvl="6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7pPr>
            <a:lvl8pPr algn="ctr" indent="0" lvl="7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8pPr>
            <a:lvl9pPr algn="ctr" indent="0" lvl="8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9pPr>
          </a:lstStyle>
          <a:p/>
        </p:txBody>
      </p:sp>
    </p:spTree>
  </p:cSld>
</p:sldLayout>
</file>

<file path=ppt/slideLayouts/slideLayout2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obj">
  <p:cSld name="Title and Content">
    <p:spTree>
      <p:nvGrpSpPr>
        <p:cNvPr hidden="false" id="8" name="GroupShape 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9" name="Shape 9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  <p:sp>
        <p:nvSpPr>
          <p:cNvPr hidden="false" id="10" name="Shape 10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</p:spTree>
  </p:cSld>
</p:sldLayout>
</file>

<file path=ppt/slideLayouts/slideLayout3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secHead">
  <p:cSld name="Title and Subtitle">
    <p:spTree>
      <p:nvGrpSpPr>
        <p:cNvPr hidden="false" id="13" name="GroupShape 1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4" name="Shape 14"/>
          <p:cNvSpPr txBox="true"/>
          <p:nvPr isPhoto="false">
            <p:ph idx="0" type="title"/>
          </p:nvPr>
        </p:nvSpPr>
        <p:spPr>
          <a:xfrm flipH="false" flipV="false" rot="0">
            <a:off x="1143000" y="841802"/>
            <a:ext cx="6858004" cy="1790764"/>
          </a:xfrm>
          <a:prstGeom prst="rect">
            <a:avLst/>
          </a:prstGeom>
        </p:spPr>
        <p:txBody>
          <a:bodyPr anchor="b" bIns="45000" lIns="90000" rIns="90000" tIns="45000">
            <a:noAutofit/>
          </a:bodyPr>
          <a:lstStyle>
            <a:defPPr/>
            <a:lvl1pPr algn="ctr" indent="0" lvl="0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1pPr>
            <a:lvl2pPr algn="ctr" indent="0" lvl="1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2pPr>
            <a:lvl3pPr algn="ctr" indent="0" lvl="2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3pPr>
            <a:lvl4pPr algn="ctr" indent="0" lvl="3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4pPr>
            <a:lvl5pPr algn="ctr" indent="0" lvl="4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5pPr>
            <a:lvl6pPr algn="ctr" indent="0" lvl="5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6pPr>
            <a:lvl7pPr algn="ctr" indent="0" lvl="6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7pPr>
            <a:lvl8pPr algn="ctr" indent="0" lvl="7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8pPr>
            <a:lvl9pPr algn="ctr" indent="0" lvl="8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9pPr>
          </a:lstStyle>
          <a:p/>
        </p:txBody>
      </p:sp>
      <p:sp>
        <p:nvSpPr>
          <p:cNvPr hidden="false" id="15" name="Shape 15"/>
          <p:cNvSpPr txBox="true"/>
          <p:nvPr isPhoto="false">
            <p:ph idx="3" type="subTitle"/>
          </p:nvPr>
        </p:nvSpPr>
        <p:spPr>
          <a:xfrm flipH="false" flipV="false" rot="0">
            <a:off x="1143000" y="2701624"/>
            <a:ext cx="6858004" cy="1241865"/>
          </a:xfrm>
          <a:prstGeom prst="rect">
            <a:avLst/>
          </a:prstGeom>
        </p:spPr>
        <p:txBody>
          <a:bodyPr anchor="t" bIns="45000" lIns="90000" rIns="90000" tIns="45000">
            <a:noAutofit/>
          </a:bodyPr>
          <a:lstStyle>
            <a:defPPr/>
            <a:lvl1pPr algn="ctr" indent="0" lvl="0" marL="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1pPr>
            <a:lvl2pPr algn="ctr" indent="0" lvl="1" marL="4572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2pPr>
            <a:lvl3pPr algn="ctr" indent="0" lvl="2" marL="9144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3pPr>
            <a:lvl4pPr algn="ctr" indent="0" lvl="3" marL="13716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4pPr>
            <a:lvl5pPr algn="ctr" indent="0" lvl="4" marL="18288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5pPr>
            <a:lvl6pPr algn="ctr" indent="0" lvl="5" marL="22860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6pPr>
            <a:lvl7pPr algn="ctr" indent="0" lvl="6" marL="27432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7pPr>
            <a:lvl8pPr algn="ctr" indent="0" lvl="7" marL="32004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8pPr>
            <a:lvl9pPr algn="ctr" indent="0" lvl="8" marL="36576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9pPr>
          </a:lstStyle>
          <a:p/>
        </p:txBody>
      </p:sp>
    </p:spTree>
  </p:cSld>
</p:sldLayout>
</file>

<file path=ppt/slideLayouts/slideLayout4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Only">
  <p:cSld name="Slide Title">
    <p:spTree>
      <p:nvGrpSpPr>
        <p:cNvPr hidden="false" id="17" name="GroupShape 1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8" name="Shape 18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</p:spTree>
  </p:cSld>
</p:sldLayout>
</file>

<file path=ppt/slideLayouts/slideLayout5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woObj">
  <p:cSld name="Title and Two Columns">
    <p:spTree>
      <p:nvGrpSpPr>
        <p:cNvPr hidden="false" id="4" name="GroupShape 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5" name="Shape 5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  <p:sp>
        <p:nvSpPr>
          <p:cNvPr hidden="false" id="6" name="Shape 6"/>
          <p:cNvSpPr txBox="true"/>
          <p:nvPr isPhoto="false">
            <p:ph idx="1" type="body"/>
          </p:nvPr>
        </p:nvSpPr>
        <p:spPr>
          <a:xfrm flipH="false" flipV="false" rot="0">
            <a:off x="628650" y="1369267"/>
            <a:ext cx="3886202" cy="3263619"/>
          </a:xfrm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  <p:sp>
        <p:nvSpPr>
          <p:cNvPr hidden="false" id="7" name="Shape 7"/>
          <p:cNvSpPr txBox="true"/>
          <p:nvPr isPhoto="false">
            <p:ph idx="2" type="body"/>
          </p:nvPr>
        </p:nvSpPr>
        <p:spPr>
          <a:xfrm flipH="false" flipV="false" rot="0">
            <a:off x="4629152" y="1369267"/>
            <a:ext cx="3886202" cy="3263619"/>
          </a:xfrm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</p:spTree>
  </p:cSld>
</p:sldLayout>
</file>

<file path=ppt/slideLayouts/slideLayout6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blank">
  <p:cSld name="Blank">
    <p:spTree>
      <p:nvGrpSpPr>
        <p:cNvPr hidden="false" id="16" name="GroupShape 1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no" ?>
<Relationships xmlns="http://schemas.openxmlformats.org/package/2006/relationships">
  <Relationship Id="rId6" Target="../slideLayouts/slideLayout5.xml" Type="http://schemas.openxmlformats.org/officeDocument/2006/relationships/slideLayout"/>
  <Relationship Id="rId1" Target="../theme/theme1.xml" Type="http://schemas.openxmlformats.org/officeDocument/2006/relationships/theme"/>
  <Relationship Id="rId2" Target="../slideLayouts/slideLayout1.xml" Type="http://schemas.openxmlformats.org/officeDocument/2006/relationships/slideLayout"/>
  <Relationship Id="rId3" Target="../slideLayouts/slideLayout2.xml" Type="http://schemas.openxmlformats.org/officeDocument/2006/relationships/slideLayout"/>
  <Relationship Id="rId4" Target="../slideLayouts/slideLayout3.xml" Type="http://schemas.openxmlformats.org/officeDocument/2006/relationships/slideLayout"/>
  <Relationship Id="rId7" Target="../slideLayouts/slideLayout6.xml" Type="http://schemas.openxmlformats.org/officeDocument/2006/relationships/slideLayout"/>
  <Relationship Id="rId5" Target="../slideLayouts/slideLayout4.xml" Type="http://schemas.openxmlformats.org/officeDocument/2006/relationships/slideLayout"/>
</Relationships>

</file>

<file path=ppt/slideMasters/slideMaster1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Pr>
        <a:solidFill>
          <a:schemeClr val="bg1"/>
        </a:solidFill>
      </p:bgPr>
    </p:bg>
    <p:spTree>
      <p:nvGrpSpPr>
        <p:cNvPr hidden="false" id="1" name="GroupShape 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" name="Shape 2"/>
          <p:cNvSpPr txBox="true"/>
          <p:nvPr isPhoto="false">
            <p:ph idx="0" type="title"/>
          </p:nvPr>
        </p:nvSpPr>
        <p:spPr>
          <a:xfrm flipH="false" flipV="false" rot="0">
            <a:off x="628650" y="273853"/>
            <a:ext cx="7886704" cy="994207"/>
          </a:xfrm>
          <a:prstGeom prst="rect">
            <a:avLst/>
          </a:prstGeom>
          <a:noFill/>
          <a:ln>
            <a:noFill/>
            <a:headEnd type="none"/>
            <a:tailEnd type="none"/>
          </a:ln>
        </p:spPr>
        <p:txBody>
          <a:bodyPr anchor="ctr" bIns="45000" lIns="90000" rIns="90000" tIns="45000">
            <a:normAutofit fontScale="100%" lnSpcReduction="0%"/>
          </a:bodyPr>
          <a:p/>
        </p:txBody>
      </p:sp>
      <p:sp>
        <p:nvSpPr>
          <p:cNvPr hidden="false" id="3" name="Shape 3"/>
          <p:cNvSpPr txBox="true"/>
          <p:nvPr isPhoto="false">
            <p:ph idx="1" type="body"/>
          </p:nvPr>
        </p:nvSpPr>
        <p:spPr>
          <a:xfrm flipH="false" flipV="false" rot="0">
            <a:off x="628650" y="1369267"/>
            <a:ext cx="7886704" cy="3263619"/>
          </a:xfrm>
          <a:prstGeom prst="rect">
            <a:avLst/>
          </a:prstGeom>
          <a:noFill/>
          <a:ln>
            <a:noFill/>
            <a:headEnd type="none"/>
            <a:tailEnd type="none"/>
          </a:ln>
        </p:spPr>
        <p:txBody>
          <a:bodyPr anchor="t" bIns="45000" lIns="90000" rIns="90000" tIns="45000">
            <a:normAutofit fontScale="100%" lnSpcReduction="0%"/>
          </a:bodyPr>
          <a:p/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xStyles>
    <p:titleStyle>
      <a:defPPr/>
      <a:lvl1pPr algn="l" indent="0" lvl="0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1pPr>
      <a:lvl2pPr algn="l" indent="0" lvl="1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2pPr>
      <a:lvl3pPr algn="l" indent="0" lvl="2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3pPr>
      <a:lvl4pPr algn="l" indent="0" lvl="3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4pPr>
      <a:lvl5pPr algn="l" indent="0" lvl="4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5pPr>
      <a:lvl6pPr algn="l" indent="0" lvl="5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6pPr>
      <a:lvl7pPr algn="l" indent="0" lvl="6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7pPr>
      <a:lvl8pPr algn="l" indent="0" lvl="7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8pPr>
      <a:lvl9pPr algn="l" indent="0" lvl="8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9pPr>
    </p:titleStyle>
    <p:bodyStyle>
      <a:defPPr/>
      <a:lvl1pPr algn="l" indent="-314325" lvl="0" marL="31432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800">
          <a:latin typeface="+mn-lt"/>
          <a:ea typeface="+mn-ea"/>
          <a:cs typeface="+mn-cs"/>
        </a:defRPr>
      </a:lvl1pPr>
      <a:lvl2pPr algn="l" indent="-279400" lvl="1" marL="736600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600">
          <a:latin typeface="+mn-lt"/>
          <a:ea typeface="+mn-ea"/>
          <a:cs typeface="+mn-cs"/>
        </a:defRPr>
      </a:lvl2pPr>
      <a:lvl3pPr algn="l" indent="-244475" lvl="2" marL="11588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3pPr>
      <a:lvl4pPr algn="l" indent="-244475" lvl="3" marL="16160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4pPr>
      <a:lvl5pPr algn="l" indent="-244475" lvl="4" marL="20732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5pPr>
      <a:lvl6pPr algn="l" indent="-244475" lvl="5" marL="25304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6pPr>
      <a:lvl7pPr algn="l" indent="-244475" lvl="6" marL="29876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7pPr>
      <a:lvl8pPr algn="l" indent="-244475" lvl="7" marL="34448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8pPr>
      <a:lvl9pPr algn="l" indent="-244475" lvl="8" marL="39020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9pPr>
    </p:bodyStyle>
    <p:otherStyle>
      <a:defPPr/>
      <a:lvl1pPr lvl="0">
        <a:defRPr sz="1600">
          <a:latin typeface="+mn-lt"/>
          <a:ea typeface="+mn-ea"/>
          <a:cs typeface="+mn-cs"/>
        </a:defRPr>
      </a:lvl1pPr>
      <a:lvl2pPr lvl="1">
        <a:defRPr sz="1600">
          <a:latin typeface="+mn-lt"/>
          <a:ea typeface="+mn-ea"/>
          <a:cs typeface="+mn-cs"/>
        </a:defRPr>
      </a:lvl2pPr>
      <a:lvl3pPr lvl="2">
        <a:defRPr sz="1600">
          <a:latin typeface="+mn-lt"/>
          <a:ea typeface="+mn-ea"/>
          <a:cs typeface="+mn-cs"/>
        </a:defRPr>
      </a:lvl3pPr>
      <a:lvl4pPr lvl="3">
        <a:defRPr sz="1600">
          <a:latin typeface="+mn-lt"/>
          <a:ea typeface="+mn-ea"/>
          <a:cs typeface="+mn-cs"/>
        </a:defRPr>
      </a:lvl4pPr>
      <a:lvl5pPr lvl="4">
        <a:defRPr sz="1600">
          <a:latin typeface="+mn-lt"/>
          <a:ea typeface="+mn-ea"/>
          <a:cs typeface="+mn-cs"/>
        </a:defRPr>
      </a:lvl5pPr>
      <a:lvl6pPr lvl="5">
        <a:defRPr sz="1600">
          <a:latin typeface="+mn-lt"/>
          <a:ea typeface="+mn-ea"/>
          <a:cs typeface="+mn-cs"/>
        </a:defRPr>
      </a:lvl6pPr>
      <a:lvl7pPr lvl="6">
        <a:defRPr sz="1600">
          <a:latin typeface="+mn-lt"/>
          <a:ea typeface="+mn-ea"/>
          <a:cs typeface="+mn-cs"/>
        </a:defRPr>
      </a:lvl7pPr>
      <a:lvl8pPr lvl="7">
        <a:defRPr sz="1600">
          <a:latin typeface="+mn-lt"/>
          <a:ea typeface="+mn-ea"/>
          <a:cs typeface="+mn-cs"/>
        </a:defRPr>
      </a:lvl8pPr>
      <a:lvl9pPr lvl="8">
        <a:defRPr sz="1600"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2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3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slide1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9" name="GroupShape 1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0" name="Shape 20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</p:spTree>
  </p:cSld>
</p:sld>
</file>

<file path=ppt/slides/slide2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1" name="GroupShape 2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2" name="Shape 22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algn="ctr"/>
            <a:r>
              <a:t>Handle</a:t>
            </a:r>
          </a:p>
        </p:txBody>
      </p:sp>
      <p:sp>
        <p:nvSpPr>
          <p:cNvPr hidden="false" id="23" name="Shape 23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indent="0" marL="76200" marR="76200">
              <a:spcBef>
                <a:spcPts val="600"/>
              </a:spcBef>
              <a:spcAft>
                <a:spcPts val="600"/>
              </a:spcAft>
            </a:pPr>
            <a:r>
              <a:rPr b="false">
                <a:solidFill>
                  <a:srgbClr val="AAA0FA"/>
                </a:solidFill>
                <a:highlight>
                  <a:srgbClr val="181818"/>
                </a:highlight>
                <a:latin typeface="Consolas"/>
                <a:ea typeface="Consolas"/>
                <a:cs typeface="Consolas"/>
              </a:rPr>
              <a:t>_loop – ссылка на event_loop</a:t>
            </a:r>
            <a:endParaRPr b="false">
              <a:solidFill>
                <a:srgbClr val="AAA0FA"/>
              </a:solidFill>
              <a:highlight>
                <a:srgbClr val="181818"/>
              </a:highlight>
              <a:latin typeface="Consolas"/>
              <a:ea typeface="Consolas"/>
              <a:cs typeface="Consolas"/>
            </a:endParaRPr>
          </a:p>
          <a:p>
            <a:pPr indent="0" marL="76200" marR="76200">
              <a:spcBef>
                <a:spcPts val="600"/>
              </a:spcBef>
              <a:spcAft>
                <a:spcPts val="600"/>
              </a:spcAft>
            </a:pPr>
            <a:r>
              <a:rPr b="false">
                <a:solidFill>
                  <a:srgbClr val="AAA0FA"/>
                </a:solidFill>
                <a:highlight>
                  <a:srgbClr val="181818"/>
                </a:highlight>
                <a:latin typeface="Consolas"/>
                <a:ea typeface="Consolas"/>
                <a:cs typeface="Consolas"/>
              </a:rPr>
              <a:t>_callback – функция для вызова</a:t>
            </a:r>
            <a:endParaRPr b="false">
              <a:solidFill>
                <a:srgbClr val="AAA0FA"/>
              </a:solidFill>
              <a:highlight>
                <a:srgbClr val="181818"/>
              </a:highlight>
              <a:latin typeface="Consolas"/>
              <a:ea typeface="Consolas"/>
              <a:cs typeface="Consolas"/>
            </a:endParaRPr>
          </a:p>
          <a:p>
            <a:pPr indent="0" marL="76200" marR="76200">
              <a:spcBef>
                <a:spcPts val="600"/>
              </a:spcBef>
              <a:spcAft>
                <a:spcPts val="600"/>
              </a:spcAft>
            </a:pPr>
            <a:r>
              <a:rPr b="false">
                <a:solidFill>
                  <a:srgbClr val="AAA0FA"/>
                </a:solidFill>
                <a:highlight>
                  <a:srgbClr val="181818"/>
                </a:highlight>
                <a:latin typeface="Consolas"/>
                <a:ea typeface="Consolas"/>
                <a:cs typeface="Consolas"/>
              </a:rPr>
              <a:t>_args – аргументы для этой функции</a:t>
            </a:r>
            <a:endParaRPr b="false">
              <a:solidFill>
                <a:srgbClr val="AAA0FA"/>
              </a:solidFill>
              <a:highlight>
                <a:srgbClr val="181818"/>
              </a:highlight>
              <a:latin typeface="Consolas"/>
              <a:ea typeface="Consolas"/>
              <a:cs typeface="Consolas"/>
            </a:endParaRPr>
          </a:p>
          <a:p>
            <a:pPr indent="0" marL="76200" marR="76200">
              <a:spcBef>
                <a:spcPts val="600"/>
              </a:spcBef>
              <a:spcAft>
                <a:spcPts val="600"/>
              </a:spcAft>
            </a:pPr>
            <a:r>
              <a:rPr b="false">
                <a:solidFill>
                  <a:srgbClr val="AAA0FA"/>
                </a:solidFill>
                <a:highlight>
                  <a:srgbClr val="181818"/>
                </a:highlight>
                <a:latin typeface="Consolas"/>
                <a:ea typeface="Consolas"/>
                <a:cs typeface="Consolas"/>
              </a:rPr>
              <a:t>_cancelled – флаг отмены</a:t>
            </a:r>
            <a:endParaRPr b="false">
              <a:solidFill>
                <a:srgbClr val="AAA0FA"/>
              </a:solidFill>
              <a:highlight>
                <a:srgbClr val="181818"/>
              </a:highlight>
              <a:latin typeface="Consolas"/>
              <a:ea typeface="Consolas"/>
              <a:cs typeface="Consolas"/>
            </a:endParaRPr>
          </a:p>
          <a:p>
            <a:pPr indent="0" marL="76200" marR="76200">
              <a:spcBef>
                <a:spcPts val="600"/>
              </a:spcBef>
              <a:spcAft>
                <a:spcPts val="600"/>
              </a:spcAft>
            </a:pPr>
            <a:r>
              <a:rPr b="false">
                <a:solidFill>
                  <a:srgbClr val="AAA0FA"/>
                </a:solidFill>
                <a:highlight>
                  <a:srgbClr val="181818"/>
                </a:highlight>
                <a:latin typeface="Consolas"/>
                <a:ea typeface="Consolas"/>
                <a:cs typeface="Consolas"/>
              </a:rPr>
              <a:t>_repr – строковое представление</a:t>
            </a:r>
            <a:endParaRPr b="false">
              <a:solidFill>
                <a:srgbClr val="AAA0FA"/>
              </a:solidFill>
              <a:highlight>
                <a:srgbClr val="181818"/>
              </a:highlight>
              <a:latin typeface="Consolas"/>
              <a:ea typeface="Consolas"/>
              <a:cs typeface="Consolas"/>
            </a:endParaRPr>
          </a:p>
          <a:p>
            <a:pPr indent="0" marL="76200" marR="76200">
              <a:spcBef>
                <a:spcPts val="600"/>
              </a:spcBef>
              <a:spcAft>
                <a:spcPts val="600"/>
              </a:spcAft>
            </a:pPr>
            <a:r>
              <a:rPr b="false">
                <a:solidFill>
                  <a:srgbClr val="AAA0FA"/>
                </a:solidFill>
                <a:highlight>
                  <a:srgbClr val="181818"/>
                </a:highlight>
                <a:latin typeface="Consolas"/>
                <a:ea typeface="Consolas"/>
                <a:cs typeface="Consolas"/>
              </a:rPr>
              <a:t>_context – контекст</a:t>
            </a:r>
            <a:endParaRPr b="false">
              <a:solidFill>
                <a:srgbClr val="AAA0FA"/>
              </a:solidFill>
              <a:highlight>
                <a:srgbClr val="181818"/>
              </a:highlight>
              <a:latin typeface="Consolas"/>
              <a:ea typeface="Consolas"/>
              <a:cs typeface="Consolas"/>
            </a:endParaRPr>
          </a:p>
        </p:txBody>
      </p:sp>
    </p:spTree>
  </p:cSld>
</p:sld>
</file>

<file path=ppt/slides/slide3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4" name="GroupShape 2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5" name="Shape 25"/>
          <p:cNvSpPr txBox="true"/>
          <p:nvPr isPhoto="false">
            <p:ph idx="0" type="title"/>
          </p:nvPr>
        </p:nvSpPr>
        <p:spPr>
          <a:prstGeom prst="rect">
            <a:avLst/>
          </a:prstGeom>
        </p:spPr>
      </p:sp>
      <p:sp>
        <p:nvSpPr>
          <p:cNvPr hidden="false" id="26" name="Shape 26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t>asda</a:t>
            </a:r>
          </a:p>
        </p:txBody>
      </p:sp>
    </p:spTree>
  </p:cSld>
</p:sld>
</file>

<file path=ppt/theme/theme1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Basic">
  <a:themeElements>
    <a:clrScheme name="Office">
      <a:dk1>
        <a:srgbClr val="000000"/>
      </a:dk1>
      <a:lt1>
        <a:srgbClr val="FFFFFF"/>
      </a:lt1>
      <a:dk2>
        <a:srgbClr val="3D5166"/>
      </a:dk2>
      <a:lt2>
        <a:srgbClr val="E5E6E7"/>
      </a:lt2>
      <a:accent1>
        <a:srgbClr val="D15757"/>
      </a:accent1>
      <a:accent2>
        <a:srgbClr val="E8B448"/>
      </a:accent2>
      <a:accent3>
        <a:srgbClr val="91C25F"/>
      </a:accent3>
      <a:accent4>
        <a:srgbClr val="3EB07E"/>
      </a:accent4>
      <a:accent5>
        <a:srgbClr val="36A6D6"/>
      </a:accent5>
      <a:accent6>
        <a:srgbClr val="367FCB"/>
      </a:accent6>
      <a:hlink>
        <a:srgbClr val="367FCB"/>
      </a:hlink>
      <a:folHlink>
        <a:srgbClr val="965E99"/>
      </a:folHlink>
    </a:clrScheme>
    <a:fontScheme name="Office">
      <a:majorFont>
        <a:latin typeface="XO Oriel"/>
        <a:ea typeface=""/>
        <a:cs typeface=""/>
      </a:majorFont>
      <a:minorFont>
        <a:latin typeface="XO Oriel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</a:gradFill>
      </a:fillStyleLst>
      <a:lnStyleLst>
        <a:ln w="6350">
          <a:solidFill>
            <a:schemeClr val="phClr">
              <a:shade val="95000"/>
              <a:satMod val="105000"/>
            </a:schemeClr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</a:gradFill>
      </a:bgFillStyleLst>
    </a:fmtScheme>
  </a:themeElements>
</a:theme>
</file>

<file path=docProps/app.xml><?xml version="1.0" encoding="utf-8"?>
<Properties xmlns="http://schemas.openxmlformats.org/officeDocument/2006/extended-properties">
  <Template>Normal.dotm</Template>
  <TotalTime>0</TotalTime>
  <DocSecurity>0</DocSecurity>
  <ScaleCrop>false</ScaleCrop>
  <Application>MyOffice-CoreFramework-Windows/36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2025-12-26T10:44:02Z</dcterms:created>
  <dcterms:modified xsi:type="dcterms:W3CDTF">2025-12-26T10:58:53Z</dcterms:modified>
</cp:coreProperties>
</file>